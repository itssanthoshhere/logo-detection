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3" r:id="rId6"/>
    <p:sldId id="265" r:id="rId7"/>
    <p:sldId id="267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853B84-3D47-4C8D-978D-4F3957BCCF8F}" v="10" dt="2025-11-11T12:36:06.6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5254B-FAD2-996C-A9EA-F1149EC3B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B26CBD-AA40-0967-975B-D1F639E57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C67AE-5685-B88C-7B07-6CE8ACD8A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697BF-BC80-AD66-9178-72873B294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AE573-1B66-1FFF-204E-37F29A98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347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E8D6F-A45A-22C8-2F1D-AC5295E7A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C50EB-7F1A-3BBB-2810-AFCC85393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D8BA3-9822-749E-1EC0-1A39D813B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CB550-F74E-9D93-1F02-B1F49ACFA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60292-6395-C371-E37E-586DC848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867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70DBB-E9D5-51A3-65CA-A845D6A16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2055E-C944-A422-E4B4-98DB15B99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D35D0-D4AB-BC6C-D287-87F112037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F42D1-7870-C344-CF48-CF84412F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6CBA4-738D-B17F-CBF0-29FE68C5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224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CD668-700A-B50F-C062-23C3B162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1EEFC-37D5-E9BF-CAD5-15B94F880D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6D71A-6C0C-89D4-366B-5BB7DD045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2B97D-EFD4-CF8E-EE80-788714789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14497-E9DD-88AA-D288-FFA5DCC42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76ECA-EC92-140B-2B6D-59CF4B1FB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423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98AEE-762A-76B3-DAB8-87BF25EC5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51C27-62BC-4E51-C9B8-AC98B6FBB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2EBD5-CAF8-D337-CD44-3E224FD3A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7C640-FCEB-5AED-3518-C08BD2C347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848771-E36E-E2F8-F277-EF22568FD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F0F821-6267-87F6-E25C-6D2FFF6A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14A755-3805-D822-1086-C5442F0F0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D5A0A3-D4A1-F56B-3D69-F75DCE0DD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837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5351-21DB-14E8-DE9C-E7E3407B1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0FFF70-9040-E99C-0DCE-D23F50BCC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96D2BA-791C-AFD4-6BFE-A7049C147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A9CA7-3B54-C8D7-3B4A-6393685D3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319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C1D0C4-079C-194F-C475-E192FC2C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301795-6BE9-643D-97E2-755A3E94E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4025C-6458-61C3-4AD5-53995A37B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033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90EA-CAA9-3B48-FE48-543AADF63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5FBB6-B95F-68D6-3164-72ADFABA9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B51DD-EA0A-2103-EEAC-E80ECB71F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1CABB-78B2-2E67-F147-2AFA1768C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D4ADC-1ABB-BD92-196F-EA3BEB61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F783B-01E7-D93E-D6B3-8678106F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946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2431F-B761-2119-7A9B-1C4BAE68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5B99A3-A412-EABC-1B56-98B248CCAB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BDF7C-45EB-CED2-A08A-7D5E01128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4B909-0895-938A-BA60-957539BF3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E46FB-A399-E5AF-67E1-BB3C43D45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64FC7-5C7F-8C67-B069-EF5009AA4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212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384D4-A889-CFD3-A6C0-3EA89BC47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EEB220-78C1-7125-9FB7-39AE006BF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46C33-C92C-186D-4381-6B57CED87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8558-D059-8CB7-5698-11C89F0AA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73643-E25A-E6AD-BB65-4336579D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809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E2BBD6-BE6D-E719-4A4B-7F5C35CF55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F20C-7BD1-F559-1951-F148DFED9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9B8E-28EE-2E2B-34A2-E400AD142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630A-DCD4-4FD2-9D2E-0D8CB4B520BC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53D89-A531-E2D6-8075-4DE4D5A8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6CB25-D279-622C-7024-BCA60E35A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29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53288-4AF2-B31F-3634-8798FA119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F217C-9FBA-5DD9-A05B-F835817C9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3887E-337E-7CEA-C0CC-33439F616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5630A-DCD4-4FD2-9D2E-0D8CB4B520BC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91EC-2DC5-CE85-BD86-1050ACE64A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8EC81-E3ED-3960-F84E-7F5843A5B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EC3C7-54A1-41BE-922A-AADB9ADE9A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846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511.02462?utm_source=" TargetMode="External"/><Relationship Id="rId2" Type="http://schemas.openxmlformats.org/officeDocument/2006/relationships/hyperlink" Target="https://www.catalyzex.com/paper/deeplogo-hitting-logo-recognition-with-the?utm_source=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arxiv.org/abs/1911.07924?utm_source=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cs.opencv.or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42D48-ABAE-A800-8A27-22415644E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3290"/>
            <a:ext cx="9144000" cy="3520171"/>
          </a:xfrm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Picture 4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A7710243-6EC8-B88F-6752-EFCA6E5BE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069" y="1712778"/>
            <a:ext cx="5499862" cy="18368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F01FC9-A15F-90B8-0C8F-E37188AD837E}"/>
              </a:ext>
            </a:extLst>
          </p:cNvPr>
          <p:cNvSpPr txBox="1"/>
          <p:nvPr/>
        </p:nvSpPr>
        <p:spPr>
          <a:xfrm>
            <a:off x="235976" y="4581832"/>
            <a:ext cx="3864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Submitted To: </a:t>
            </a:r>
            <a:r>
              <a:rPr lang="en-IN" dirty="0"/>
              <a:t>ALOK KUMAR TIWARI</a:t>
            </a:r>
            <a:br>
              <a:rPr lang="en-US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DDF087-3867-6641-9FF3-8F912AD95A64}"/>
              </a:ext>
            </a:extLst>
          </p:cNvPr>
          <p:cNvSpPr txBox="1"/>
          <p:nvPr/>
        </p:nvSpPr>
        <p:spPr>
          <a:xfrm>
            <a:off x="8091948" y="4581832"/>
            <a:ext cx="38640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</a:t>
            </a:r>
            <a:br>
              <a:rPr lang="en-US" dirty="0"/>
            </a:br>
            <a:r>
              <a:rPr lang="en-US" dirty="0"/>
              <a:t>Riti Dubey : E23CSEU1148</a:t>
            </a:r>
          </a:p>
          <a:p>
            <a:r>
              <a:rPr lang="en-IN" dirty="0"/>
              <a:t>V S SANTHOSH (E23CSEU1150)</a:t>
            </a:r>
          </a:p>
          <a:p>
            <a:r>
              <a:rPr lang="en-IN" dirty="0"/>
              <a:t>MALIGI YASHIKA (E23CSEU1153)</a:t>
            </a:r>
          </a:p>
          <a:p>
            <a:r>
              <a:rPr lang="en-IN" dirty="0"/>
              <a:t>TANISTHA KESHRI (E23CSEU1165)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701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323DE-85ED-A5A9-0A1C-C0D7121EE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B5A75-6712-BDF3-6DFE-F6BD17E3E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  <a:p>
            <a:r>
              <a:rPr lang="en-US" dirty="0"/>
              <a:t>Literature Review</a:t>
            </a:r>
          </a:p>
          <a:p>
            <a:r>
              <a:rPr lang="en-US" dirty="0"/>
              <a:t>Workflow</a:t>
            </a:r>
          </a:p>
          <a:p>
            <a:r>
              <a:rPr lang="en-US" dirty="0"/>
              <a:t>Dataset</a:t>
            </a:r>
          </a:p>
          <a:p>
            <a:r>
              <a:rPr lang="en-US" dirty="0"/>
              <a:t>References</a:t>
            </a:r>
            <a:endParaRPr lang="en-IN" dirty="0"/>
          </a:p>
        </p:txBody>
      </p:sp>
      <p:pic>
        <p:nvPicPr>
          <p:cNvPr id="4" name="Picture 3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E53C78B2-7A78-8379-D17C-44D7BF13B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422" y="657542"/>
            <a:ext cx="1991079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7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6305B-4D4D-DE15-ADD2-373697CCF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21072-37D3-74CD-C67B-719D2995F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EB89-7BBC-6F60-C66F-7E4E7AAC9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This project focuses on developing an automated </a:t>
            </a:r>
            <a:r>
              <a:rPr lang="en-US" b="1" dirty="0"/>
              <a:t>Logo Detection System</a:t>
            </a:r>
            <a:r>
              <a:rPr lang="en-US" dirty="0"/>
              <a:t> using </a:t>
            </a:r>
            <a:r>
              <a:rPr lang="en-US" b="1" dirty="0"/>
              <a:t>Deep Learning</a:t>
            </a:r>
            <a:r>
              <a:rPr lang="en-US" dirty="0"/>
              <a:t> and </a:t>
            </a:r>
            <a:r>
              <a:rPr lang="en-US" b="1" dirty="0"/>
              <a:t>Flask</a:t>
            </a:r>
            <a:r>
              <a:rPr lang="en-US" dirty="0"/>
              <a:t>. The system identifies brand logos from images by using a model trained on the </a:t>
            </a:r>
            <a:r>
              <a:rPr lang="en-US" b="1" dirty="0"/>
              <a:t>Flickr Logos-27 dataset</a:t>
            </a:r>
            <a:r>
              <a:rPr lang="en-US" dirty="0"/>
              <a:t> with </a:t>
            </a:r>
            <a:r>
              <a:rPr lang="en-US" b="1" dirty="0" err="1"/>
              <a:t>Xception</a:t>
            </a:r>
            <a:r>
              <a:rPr lang="en-US" b="1" dirty="0"/>
              <a:t> (Transfer Learning)</a:t>
            </a:r>
            <a:r>
              <a:rPr lang="en-US" dirty="0"/>
              <a:t>.</a:t>
            </a:r>
          </a:p>
          <a:p>
            <a:r>
              <a:rPr lang="en-US" dirty="0"/>
              <a:t>The workflow includes </a:t>
            </a:r>
            <a:r>
              <a:rPr lang="en-US" b="1" dirty="0"/>
              <a:t>preprocessing, bounding-box cropping, data augmentation, and CNN fine-tuning</a:t>
            </a:r>
            <a:r>
              <a:rPr lang="en-US" dirty="0"/>
              <a:t> to achieve high accuracy. A user-friendly Flask web interface allows users to upload an image and instantly receive the </a:t>
            </a:r>
            <a:r>
              <a:rPr lang="en-US" b="1" dirty="0"/>
              <a:t>predicted logo, confidence score, and preview</a:t>
            </a:r>
            <a:r>
              <a:rPr lang="en-US" dirty="0"/>
              <a:t> of the uploaded image.</a:t>
            </a:r>
          </a:p>
          <a:p>
            <a:r>
              <a:rPr lang="en-US" dirty="0"/>
              <a:t>This project highlights practical applications of AI in </a:t>
            </a:r>
            <a:r>
              <a:rPr lang="en-US" b="1" dirty="0"/>
              <a:t>brand recognition, image classification</a:t>
            </a:r>
            <a:r>
              <a:rPr lang="en-US" dirty="0"/>
              <a:t>, and demonstrates a complete </a:t>
            </a:r>
            <a:r>
              <a:rPr lang="en-US" b="1" dirty="0"/>
              <a:t>end-to-end machine learning and full-stack deployment pipeline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4" name="Picture 3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6567DAF2-857A-8FE0-04E0-8C7D27F30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422" y="657542"/>
            <a:ext cx="1991079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024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70612-DB12-A8F3-A020-AB10B97D8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E490C-B4A5-6B1C-EBF3-C4033C21C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93290"/>
            <a:ext cx="10515600" cy="1904283"/>
          </a:xfrm>
        </p:spPr>
        <p:txBody>
          <a:bodyPr/>
          <a:lstStyle/>
          <a:p>
            <a:r>
              <a:rPr lang="en-US" dirty="0"/>
              <a:t>Literature Review </a:t>
            </a:r>
            <a:br>
              <a:rPr lang="en-US" dirty="0"/>
            </a:br>
            <a:r>
              <a:rPr lang="en-US" sz="2400" dirty="0"/>
              <a:t>(NOTE: Add Minimum 5 Research Papers)</a:t>
            </a:r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EBFDE4E-447E-A9F4-FA41-6685F8E87D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3299290"/>
              </p:ext>
            </p:extLst>
          </p:nvPr>
        </p:nvGraphicFramePr>
        <p:xfrm>
          <a:off x="0" y="1258730"/>
          <a:ext cx="12192000" cy="5906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518">
                  <a:extLst>
                    <a:ext uri="{9D8B030D-6E8A-4147-A177-3AD203B41FA5}">
                      <a16:colId xmlns:a16="http://schemas.microsoft.com/office/drawing/2014/main" val="3876319918"/>
                    </a:ext>
                  </a:extLst>
                </a:gridCol>
                <a:gridCol w="3557282">
                  <a:extLst>
                    <a:ext uri="{9D8B030D-6E8A-4147-A177-3AD203B41FA5}">
                      <a16:colId xmlns:a16="http://schemas.microsoft.com/office/drawing/2014/main" val="62407057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0698084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04287396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875319800"/>
                    </a:ext>
                  </a:extLst>
                </a:gridCol>
              </a:tblGrid>
              <a:tr h="579618">
                <a:tc>
                  <a:txBody>
                    <a:bodyPr/>
                    <a:lstStyle/>
                    <a:p>
                      <a:r>
                        <a:rPr lang="en-US" dirty="0"/>
                        <a:t>Sr.no.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 &amp; Authors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Dataset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 Done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work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498550"/>
                  </a:ext>
                </a:extLst>
              </a:tr>
              <a:tr h="1821656">
                <a:tc>
                  <a:txBody>
                    <a:bodyPr/>
                    <a:lstStyle/>
                    <a:p>
                      <a:r>
                        <a:rPr lang="en-US" sz="1400" dirty="0"/>
                        <a:t>1.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DeepLogo</a:t>
                      </a:r>
                      <a:r>
                        <a:rPr lang="en-US" sz="1400" dirty="0"/>
                        <a:t>: Hitting Logo Recognition with the Deep Neural Network Hammer</a:t>
                      </a:r>
                      <a:br>
                        <a:rPr lang="en-US" sz="1400" dirty="0"/>
                      </a:br>
                      <a:br>
                        <a:rPr lang="en-US" sz="1400" dirty="0"/>
                      </a:br>
                      <a:r>
                        <a:rPr lang="en-US" sz="1400" dirty="0"/>
                        <a:t>-by </a:t>
                      </a:r>
                      <a:r>
                        <a:rPr lang="en-IN" sz="1400" dirty="0"/>
                        <a:t>Forrest N. </a:t>
                      </a:r>
                      <a:r>
                        <a:rPr lang="en-IN" sz="1400" dirty="0" err="1"/>
                        <a:t>Iandola</a:t>
                      </a:r>
                      <a:r>
                        <a:rPr lang="en-IN" sz="1400" dirty="0"/>
                        <a:t>, Anting </a:t>
                      </a:r>
                      <a:r>
                        <a:rPr lang="en-IN" sz="1400" dirty="0" err="1"/>
                        <a:t>She,Peter</a:t>
                      </a:r>
                      <a:r>
                        <a:rPr lang="en-IN" sz="1400" dirty="0"/>
                        <a:t> Gao, Kurt Keutzer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hlinkClick r:id="rId2"/>
                        </a:rPr>
                        <a:t>DeepLogo</a:t>
                      </a:r>
                      <a:r>
                        <a:rPr lang="en-US" sz="1400" dirty="0">
                          <a:hlinkClick r:id="rId2"/>
                        </a:rPr>
                        <a:t>: Hitting Logo Recognition with the Deep Neural Network Hammer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1.Used deep CNNs for logo classification &amp; detection.</a:t>
                      </a:r>
                    </a:p>
                    <a:p>
                      <a:r>
                        <a:rPr lang="en-US" sz="1400" dirty="0"/>
                        <a:t>2.Achieved high accuracy using custom architectures + transfer learning.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br>
                        <a:rPr lang="en-US" sz="1400" dirty="0"/>
                      </a:br>
                      <a:r>
                        <a:rPr lang="en-US" sz="1400" dirty="0"/>
                        <a:t>Better localization models.</a:t>
                      </a:r>
                    </a:p>
                    <a:p>
                      <a:r>
                        <a:rPr lang="en-US" sz="1400" dirty="0"/>
                        <a:t>Support for new/unseen logos.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747750"/>
                  </a:ext>
                </a:extLst>
              </a:tr>
              <a:tr h="1320920">
                <a:tc>
                  <a:txBody>
                    <a:bodyPr/>
                    <a:lstStyle/>
                    <a:p>
                      <a:r>
                        <a:rPr lang="en-US" dirty="0"/>
                        <a:t>2.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LOGO-Net: Large-scale Deep Logo Detection and Brand Recognition with Deep Region-based Convolutional Networks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hlinkClick r:id="rId3"/>
                        </a:rPr>
                        <a:t>[1511.02462] LOGO-Net: Large-scale Deep Logo Detection and Brand Recognition with Deep Region-based Convolutional Networks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1.Created large Logo-Net dataset.</a:t>
                      </a:r>
                    </a:p>
                    <a:p>
                      <a:r>
                        <a:rPr lang="en-US" sz="1400" dirty="0"/>
                        <a:t>2.Built deep-learning models for logo detection &amp; recognition.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1.Better small-logo detection.</a:t>
                      </a:r>
                    </a:p>
                    <a:p>
                      <a:r>
                        <a:rPr lang="en-US" sz="1400" dirty="0"/>
                        <a:t>2.Real-time, lightweight models.</a:t>
                      </a:r>
                    </a:p>
                    <a:p>
                      <a:r>
                        <a:rPr lang="en-US" sz="1400" dirty="0"/>
                        <a:t>3.Larger, more diverse datasets.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931870"/>
                  </a:ext>
                </a:extLst>
              </a:tr>
              <a:tr h="993631">
                <a:tc>
                  <a:txBody>
                    <a:bodyPr/>
                    <a:lstStyle/>
                    <a:p>
                      <a:r>
                        <a:rPr lang="en-US" dirty="0"/>
                        <a:t>3.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Logo-2K+: A Large-Scale Logo Dataset for Scalable Logo Classification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4"/>
                        </a:rPr>
                        <a:t>[1911.07924] Logo-2K+: A Large-Scale Logo Dataset for Scalable Logo Classification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1.Built </a:t>
                      </a:r>
                      <a:r>
                        <a:rPr lang="en-IN" sz="1400" b="1" dirty="0"/>
                        <a:t>Logo-2K+</a:t>
                      </a:r>
                      <a:r>
                        <a:rPr lang="en-IN" sz="1400" dirty="0"/>
                        <a:t>, a large dataset (2,341 logo classes).</a:t>
                      </a:r>
                    </a:p>
                    <a:p>
                      <a:r>
                        <a:rPr lang="en-IN" sz="1400" dirty="0"/>
                        <a:t>2.Proposed </a:t>
                      </a:r>
                      <a:r>
                        <a:rPr lang="en-IN" sz="1400" b="1" dirty="0"/>
                        <a:t>DRNA-Net</a:t>
                      </a:r>
                      <a:r>
                        <a:rPr lang="en-IN" sz="1400" dirty="0"/>
                        <a:t> to focus on important logo regions using region navigation and augmentation.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1.Better augmentation for real-world variations.</a:t>
                      </a:r>
                    </a:p>
                    <a:p>
                      <a:r>
                        <a:rPr lang="en-US" sz="1600" dirty="0"/>
                        <a:t>2.Open-set (new logo) recognition.</a:t>
                      </a:r>
                    </a:p>
                    <a:p>
                      <a:r>
                        <a:rPr lang="en-US" sz="1600" dirty="0"/>
                        <a:t>3.Faster, lightweight models</a:t>
                      </a:r>
                      <a:r>
                        <a:rPr lang="en-US" dirty="0"/>
                        <a:t>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456343"/>
                  </a:ext>
                </a:extLst>
              </a:tr>
            </a:tbl>
          </a:graphicData>
        </a:graphic>
      </p:graphicFrame>
      <p:pic>
        <p:nvPicPr>
          <p:cNvPr id="4" name="Picture 3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00A4DDBB-D7ED-A0A4-9045-5AB0028148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721" y="226352"/>
            <a:ext cx="1991079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403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DC654-DAC6-16EF-AECE-28C30E2D7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57302-34BA-17AC-B793-EE550FEEC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5DBD5-2CF4-E059-B257-153E82479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B058892F-40AE-C01D-7CD5-4ACDF8613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422" y="657542"/>
            <a:ext cx="1991079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99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9C63A-B21D-748A-CB8C-D559BB04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06A5-DDC1-DA00-C3FB-0A4D70063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D422A-BA3F-0751-04A7-3D9083B08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000" dirty="0" err="1"/>
              <a:t>References</a:t>
            </a:r>
            <a:r>
              <a:rPr lang="fr-FR" sz="2000" dirty="0"/>
              <a:t> 1.	</a:t>
            </a:r>
            <a:r>
              <a:rPr lang="fr-FR" sz="2000" dirty="0" err="1"/>
              <a:t>TensorFlow</a:t>
            </a:r>
            <a:r>
              <a:rPr lang="fr-FR" sz="2000" dirty="0"/>
              <a:t>	Documentation	–https://www.tensorflow.org	</a:t>
            </a:r>
          </a:p>
          <a:p>
            <a:r>
              <a:rPr lang="fr-FR" sz="2000" dirty="0"/>
              <a:t>2.	</a:t>
            </a:r>
            <a:r>
              <a:rPr lang="fr-FR" sz="2000" dirty="0" err="1"/>
              <a:t>Keras</a:t>
            </a:r>
            <a:r>
              <a:rPr lang="fr-FR" sz="2000" dirty="0"/>
              <a:t>	API	–	https://keras.io	</a:t>
            </a:r>
          </a:p>
          <a:p>
            <a:r>
              <a:rPr lang="fr-FR" sz="2000" dirty="0"/>
              <a:t>3.	Flickr	Logos	27	</a:t>
            </a:r>
            <a:r>
              <a:rPr lang="fr-FR" sz="2000" dirty="0" err="1"/>
              <a:t>Dataset</a:t>
            </a:r>
            <a:r>
              <a:rPr lang="fr-FR" sz="2000" dirty="0"/>
              <a:t>	–	</a:t>
            </a:r>
            <a:r>
              <a:rPr lang="fr-FR" sz="2000" dirty="0" err="1"/>
              <a:t>Research</a:t>
            </a:r>
            <a:r>
              <a:rPr lang="fr-FR" sz="2000" dirty="0"/>
              <a:t>	</a:t>
            </a:r>
            <a:r>
              <a:rPr lang="fr-FR" sz="2000" dirty="0" err="1"/>
              <a:t>resources</a:t>
            </a:r>
            <a:r>
              <a:rPr lang="fr-FR" sz="2000" dirty="0"/>
              <a:t>	</a:t>
            </a:r>
          </a:p>
          <a:p>
            <a:r>
              <a:rPr lang="fr-FR" sz="2000" dirty="0"/>
              <a:t>4.	</a:t>
            </a:r>
            <a:r>
              <a:rPr lang="fr-FR" sz="2000" dirty="0" err="1"/>
              <a:t>OpenCV</a:t>
            </a:r>
            <a:r>
              <a:rPr lang="fr-FR" sz="2000" dirty="0"/>
              <a:t>	Documentation	–	</a:t>
            </a:r>
            <a:r>
              <a:rPr lang="fr-FR" sz="2000" dirty="0">
                <a:hlinkClick r:id="rId2"/>
              </a:rPr>
              <a:t>https://docs.opencv.org</a:t>
            </a:r>
            <a:endParaRPr lang="fr-FR" sz="2000" dirty="0"/>
          </a:p>
          <a:p>
            <a:r>
              <a:rPr lang="fr-FR" sz="2000" dirty="0"/>
              <a:t>5.	</a:t>
            </a:r>
            <a:r>
              <a:rPr lang="fr-FR" sz="2000" dirty="0" err="1"/>
              <a:t>ImageDataGenerator</a:t>
            </a:r>
            <a:r>
              <a:rPr lang="fr-FR" sz="2000" dirty="0"/>
              <a:t>	Techniques	-	Blog	&amp;	forum	</a:t>
            </a:r>
            <a:r>
              <a:rPr lang="fr-FR" sz="2000" dirty="0" err="1"/>
              <a:t>references</a:t>
            </a:r>
            <a:r>
              <a:rPr lang="fr-FR" sz="2000" dirty="0"/>
              <a:t>	</a:t>
            </a:r>
          </a:p>
          <a:p>
            <a:r>
              <a:rPr lang="fr-FR" sz="2000" dirty="0"/>
              <a:t>6.	</a:t>
            </a:r>
            <a:r>
              <a:rPr lang="fr-FR" sz="2000" dirty="0" err="1"/>
              <a:t>Xception</a:t>
            </a:r>
            <a:r>
              <a:rPr lang="fr-FR" sz="2000" dirty="0"/>
              <a:t>	</a:t>
            </a:r>
            <a:r>
              <a:rPr lang="fr-FR" sz="2000" dirty="0" err="1"/>
              <a:t>Research</a:t>
            </a:r>
            <a:r>
              <a:rPr lang="fr-FR" sz="2000" dirty="0"/>
              <a:t>	Paper	</a:t>
            </a:r>
          </a:p>
          <a:p>
            <a:r>
              <a:rPr lang="fr-FR" sz="2000" dirty="0"/>
              <a:t>7.	Flask	Documentation	–	https://flask.palletsprojects.com</a:t>
            </a:r>
            <a:endParaRPr lang="en-IN" sz="2000" dirty="0"/>
          </a:p>
        </p:txBody>
      </p:sp>
      <p:pic>
        <p:nvPicPr>
          <p:cNvPr id="4" name="Picture 3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7FDBE00F-0C50-CE9A-F81C-E031F3651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422" y="657542"/>
            <a:ext cx="1991079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365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A0965-2FC4-9D15-9CC7-1C1CEDEE5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EBCC6-A530-20C5-EBD1-6B86DC01D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D380C-DF8B-ECD6-FF07-30E50BCAA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E85DD9F8-1A74-5CE8-1B24-AD0935494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422" y="657542"/>
            <a:ext cx="1991079" cy="6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982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5B55F-2C27-C5B5-D043-0F8BE0AF4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901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513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 </vt:lpstr>
      <vt:lpstr>Contents</vt:lpstr>
      <vt:lpstr>Introduction</vt:lpstr>
      <vt:lpstr>Literature Review  (NOTE: Add Minimum 5 Research Papers) </vt:lpstr>
      <vt:lpstr>Workflow</vt:lpstr>
      <vt:lpstr>Dataset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Chauhan</dc:creator>
  <cp:lastModifiedBy>TANISTHA KESHRI</cp:lastModifiedBy>
  <cp:revision>2</cp:revision>
  <dcterms:created xsi:type="dcterms:W3CDTF">2025-11-11T10:37:31Z</dcterms:created>
  <dcterms:modified xsi:type="dcterms:W3CDTF">2025-11-17T14:54:45Z</dcterms:modified>
</cp:coreProperties>
</file>